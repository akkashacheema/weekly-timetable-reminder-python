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89992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275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499995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Aldhabi" panose="02000000000000000000" pitchFamily="2" charset="0"/>
                <a:ea typeface="Aldhabi" panose="02000000000000000000" pitchFamily="2" charset="0"/>
              </a:rPr>
              <a:t>Weekly Time table and  remainder </a:t>
            </a:r>
            <a:endParaRPr lang="en-US" dirty="0">
              <a:latin typeface="Aldhabi" panose="02000000000000000000" pitchFamily="2" charset="0"/>
              <a:ea typeface="Aldhabi" panose="02000000000000000000" pitchFamily="2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INTRODUCTION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python  project is about the weekly timetable and the remainder in which we can:</a:t>
            </a:r>
          </a:p>
          <a:p>
            <a:endParaRPr lang="en-GB" dirty="0"/>
          </a:p>
          <a:p>
            <a:r>
              <a:rPr lang="en-GB" dirty="0"/>
              <a:t>Add timetable entries</a:t>
            </a:r>
          </a:p>
          <a:p>
            <a:r>
              <a:rPr lang="en-GB" dirty="0"/>
              <a:t>View timetable </a:t>
            </a:r>
          </a:p>
          <a:p>
            <a:r>
              <a:rPr lang="en-GB" dirty="0"/>
              <a:t>Add reminder</a:t>
            </a:r>
          </a:p>
          <a:p>
            <a:r>
              <a:rPr lang="en-GB" dirty="0"/>
              <a:t>View reminder</a:t>
            </a:r>
          </a:p>
          <a:p>
            <a:r>
              <a:rPr lang="en-GB" dirty="0"/>
              <a:t>Reminder service</a:t>
            </a:r>
            <a:endParaRPr lang="en-US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919862"/>
            <a:ext cx="4072061" cy="27237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Libraries: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Here we are using </a:t>
            </a:r>
          </a:p>
          <a:p>
            <a:pPr marL="0" indent="0">
              <a:buNone/>
            </a:pPr>
            <a:r>
              <a:rPr lang="en-GB" dirty="0"/>
              <a:t>the following libraries: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Import  </a:t>
            </a:r>
            <a:r>
              <a:rPr lang="en-GB" dirty="0" err="1"/>
              <a:t>datetime</a:t>
            </a:r>
            <a:endParaRPr lang="en-GB" dirty="0"/>
          </a:p>
          <a:p>
            <a:r>
              <a:rPr lang="en-GB" dirty="0"/>
              <a:t>Import time</a:t>
            </a:r>
          </a:p>
          <a:p>
            <a:r>
              <a:rPr lang="en-GB" dirty="0"/>
              <a:t>Import </a:t>
            </a:r>
            <a:r>
              <a:rPr lang="en-GB" dirty="0" err="1"/>
              <a:t>json</a:t>
            </a:r>
            <a:endParaRPr lang="en-GB" dirty="0"/>
          </a:p>
          <a:p>
            <a:r>
              <a:rPr lang="en-GB" dirty="0"/>
              <a:t>Import </a:t>
            </a:r>
            <a:r>
              <a:rPr lang="en-GB" dirty="0" err="1"/>
              <a:t>os</a:t>
            </a:r>
            <a:endParaRPr lang="en-US" dirty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4141" y="938185"/>
            <a:ext cx="7035404" cy="52772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File setup</a:t>
            </a:r>
            <a:r>
              <a:rPr lang="en-GB" dirty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/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r>
              <a:rPr lang="en-GB" dirty="0">
                <a:effectLst/>
              </a:rPr>
              <a:t>1. `</a:t>
            </a:r>
            <a:r>
              <a:rPr lang="en-GB" dirty="0" err="1">
                <a:effectLst/>
              </a:rPr>
              <a:t>timetable_file</a:t>
            </a:r>
            <a:r>
              <a:rPr lang="en-GB" dirty="0">
                <a:effectLst/>
              </a:rPr>
              <a:t> = "</a:t>
            </a:r>
            <a:r>
              <a:rPr lang="en-GB" dirty="0" err="1">
                <a:effectLst/>
              </a:rPr>
              <a:t>timetable.json</a:t>
            </a:r>
            <a:r>
              <a:rPr lang="en-GB" dirty="0">
                <a:effectLst/>
              </a:rPr>
              <a:t>"`: This line sets the filename for the timetable data file.</a:t>
            </a:r>
            <a:r>
              <a:rPr lang="en-GB" dirty="0"/>
              <a:t/>
            </a:r>
            <a:br>
              <a:rPr lang="en-GB" dirty="0"/>
            </a:br>
            <a:r>
              <a:rPr lang="en-GB" dirty="0">
                <a:effectLst/>
              </a:rPr>
              <a:t>2. `</a:t>
            </a:r>
            <a:r>
              <a:rPr lang="en-GB" dirty="0" err="1">
                <a:effectLst/>
              </a:rPr>
              <a:t>reminder_file</a:t>
            </a:r>
            <a:r>
              <a:rPr lang="en-GB" dirty="0">
                <a:effectLst/>
              </a:rPr>
              <a:t> = "</a:t>
            </a:r>
            <a:r>
              <a:rPr lang="en-GB" dirty="0" err="1">
                <a:effectLst/>
              </a:rPr>
              <a:t>reminders.json</a:t>
            </a:r>
            <a:r>
              <a:rPr lang="en-GB" dirty="0">
                <a:effectLst/>
              </a:rPr>
              <a:t>"`: This line sets the filename for the reminders data file.</a:t>
            </a:r>
            <a:r>
              <a:rPr lang="en-GB" dirty="0"/>
              <a:t/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effectLst/>
              </a:rPr>
              <a:t>The `if` statements check if the files exist, and if they do, load the data from them. If not, they initialize the data structures (a dictionary for the timetable and a list for reminders).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Functions</a:t>
            </a:r>
            <a:r>
              <a:rPr lang="en-GB" dirty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effectLst/>
              </a:rPr>
              <a:t>1.</a:t>
            </a:r>
            <a:r>
              <a:rPr lang="en-GB" b="1" dirty="0">
                <a:effectLst/>
              </a:rPr>
              <a:t> </a:t>
            </a:r>
            <a:r>
              <a:rPr lang="en-GB" b="1" dirty="0" err="1">
                <a:effectLst/>
              </a:rPr>
              <a:t>save_data</a:t>
            </a:r>
            <a:r>
              <a:rPr lang="en-GB" b="1" dirty="0">
                <a:effectLst/>
              </a:rPr>
              <a:t>()</a:t>
            </a:r>
            <a:endParaRPr lang="en-GB" dirty="0">
              <a:effectLst/>
            </a:endParaRPr>
          </a:p>
          <a:p>
            <a:pPr marL="0" indent="0">
              <a:buNone/>
            </a:pPr>
            <a:r>
              <a:rPr lang="en-GB" b="1" dirty="0">
                <a:effectLst/>
              </a:rPr>
              <a:t>2. </a:t>
            </a:r>
            <a:r>
              <a:rPr lang="en-GB" b="1" dirty="0" err="1">
                <a:effectLst/>
              </a:rPr>
              <a:t>add_timetable</a:t>
            </a:r>
            <a:r>
              <a:rPr lang="en-GB" b="1" dirty="0">
                <a:effectLst/>
              </a:rPr>
              <a:t>()</a:t>
            </a:r>
          </a:p>
          <a:p>
            <a:pPr marL="0" indent="0">
              <a:buNone/>
            </a:pPr>
            <a:r>
              <a:rPr lang="en-GB" b="1" dirty="0"/>
              <a:t>3.</a:t>
            </a:r>
            <a:r>
              <a:rPr lang="en-GB" dirty="0">
                <a:effectLst/>
              </a:rPr>
              <a:t> </a:t>
            </a:r>
            <a:r>
              <a:rPr lang="en-GB" b="1" dirty="0" err="1">
                <a:effectLst/>
              </a:rPr>
              <a:t>view_timetable</a:t>
            </a:r>
            <a:r>
              <a:rPr lang="en-GB" b="1" dirty="0">
                <a:effectLst/>
              </a:rPr>
              <a:t>()</a:t>
            </a:r>
          </a:p>
          <a:p>
            <a:pPr marL="0" indent="0">
              <a:buNone/>
            </a:pPr>
            <a:r>
              <a:rPr lang="en-GB" b="1" dirty="0"/>
              <a:t>4.add_ reminder()</a:t>
            </a:r>
          </a:p>
          <a:p>
            <a:pPr marL="0" indent="0">
              <a:buNone/>
            </a:pPr>
            <a:r>
              <a:rPr lang="en-GB" b="1" dirty="0"/>
              <a:t>5. </a:t>
            </a:r>
            <a:r>
              <a:rPr lang="en-GB" b="1" dirty="0" err="1"/>
              <a:t>view_reminder</a:t>
            </a:r>
            <a:r>
              <a:rPr lang="en-GB" b="1" dirty="0"/>
              <a:t>()</a:t>
            </a:r>
          </a:p>
          <a:p>
            <a:pPr marL="0" indent="0">
              <a:buNone/>
            </a:pPr>
            <a:r>
              <a:rPr lang="en-GB" b="1" dirty="0"/>
              <a:t>6.</a:t>
            </a:r>
            <a:r>
              <a:rPr lang="en-GB" dirty="0">
                <a:effectLst/>
              </a:rPr>
              <a:t> </a:t>
            </a:r>
            <a:r>
              <a:rPr lang="en-GB" b="1" dirty="0" err="1">
                <a:effectLst/>
              </a:rPr>
              <a:t>check_reminders</a:t>
            </a:r>
            <a:r>
              <a:rPr lang="en-GB" b="1" dirty="0">
                <a:effectLst/>
              </a:rPr>
              <a:t>()</a:t>
            </a:r>
            <a:endParaRPr lang="en-GB" b="1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350" y="2014194"/>
            <a:ext cx="7067550" cy="33813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GUI Interface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order to integrate the GUI with code you have to :</a:t>
            </a:r>
          </a:p>
          <a:p>
            <a:r>
              <a:rPr lang="en-GB" dirty="0"/>
              <a:t>Import </a:t>
            </a:r>
            <a:r>
              <a:rPr lang="en-GB" dirty="0" err="1"/>
              <a:t>tkinter</a:t>
            </a:r>
            <a:r>
              <a:rPr lang="en-GB" dirty="0"/>
              <a:t> as </a:t>
            </a:r>
            <a:r>
              <a:rPr lang="en-GB" dirty="0" err="1"/>
              <a:t>tk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   from </a:t>
            </a:r>
            <a:r>
              <a:rPr lang="en-GB" dirty="0" err="1"/>
              <a:t>tkinter</a:t>
            </a:r>
            <a:r>
              <a:rPr lang="en-GB" dirty="0"/>
              <a:t> import message box</a:t>
            </a:r>
          </a:p>
          <a:p>
            <a:r>
              <a:rPr lang="en-US" altLang="en-GB" dirty="0"/>
              <a:t>import threading</a:t>
            </a:r>
            <a:endParaRPr lang="en-GB" dirty="0"/>
          </a:p>
          <a:p>
            <a:r>
              <a:rPr lang="en-US" altLang="en-US"/>
              <a:t>from win10toast import ToastNotifier</a:t>
            </a:r>
          </a:p>
          <a:p>
            <a:r>
              <a:rPr lang="en-US" altLang="en-US"/>
              <a:t>import pyttsx3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159" y="2429457"/>
            <a:ext cx="5286375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Conclusion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This  program simply provides the </a:t>
            </a:r>
          </a:p>
          <a:p>
            <a:pPr marL="0" indent="0">
              <a:buNone/>
            </a:pPr>
            <a:r>
              <a:rPr lang="en-GB" dirty="0"/>
              <a:t> weekly timetable and</a:t>
            </a:r>
          </a:p>
          <a:p>
            <a:pPr marL="0" indent="0">
              <a:buNone/>
            </a:pPr>
            <a:r>
              <a:rPr lang="en-GB" dirty="0"/>
              <a:t> reminder service  so you can </a:t>
            </a:r>
          </a:p>
          <a:p>
            <a:pPr marL="0" indent="0">
              <a:buNone/>
            </a:pPr>
            <a:r>
              <a:rPr lang="en-GB" dirty="0"/>
              <a:t> schedule your tasks and use  reminder </a:t>
            </a:r>
          </a:p>
          <a:p>
            <a:pPr marL="0" indent="0">
              <a:buNone/>
            </a:pPr>
            <a:r>
              <a:rPr lang="en-GB" dirty="0"/>
              <a:t> service to remember the most important </a:t>
            </a:r>
          </a:p>
          <a:p>
            <a:pPr marL="0" indent="0">
              <a:buNone/>
            </a:pPr>
            <a:r>
              <a:rPr lang="en-GB" dirty="0"/>
              <a:t>Tasks.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453" y="2103120"/>
            <a:ext cx="4625578" cy="3143595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Aldhabi</vt:lpstr>
      <vt:lpstr>Century Gothic</vt:lpstr>
      <vt:lpstr>Garamond</vt:lpstr>
      <vt:lpstr>Savon</vt:lpstr>
      <vt:lpstr>Weekly Time table and  remainder </vt:lpstr>
      <vt:lpstr>INTRODUCTION </vt:lpstr>
      <vt:lpstr>Libraries:</vt:lpstr>
      <vt:lpstr>File setup:</vt:lpstr>
      <vt:lpstr>Functions:</vt:lpstr>
      <vt:lpstr>GUI Interface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Time table and  remainder </dc:title>
  <dc:creator>Unknown User</dc:creator>
  <cp:lastModifiedBy>laptop</cp:lastModifiedBy>
  <cp:revision>8</cp:revision>
  <dcterms:created xsi:type="dcterms:W3CDTF">2025-11-07T11:05:00Z</dcterms:created>
  <dcterms:modified xsi:type="dcterms:W3CDTF">2025-12-12T08:58:08Z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7EDFB04418644CB09E37C6050514413B_13</vt:lpwstr>
  </property>
  <property fmtid="{D5CDD505-2E9C-101B-9397-08002B2CF9AE}" pid="3" name="KSOProductBuildVer">
    <vt:lpwstr>1033-12.2.0.19307</vt:lpwstr>
  </property>
</Properties>
</file>